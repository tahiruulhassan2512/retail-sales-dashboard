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D7EB9E-17BB-431C-B8AD-B36909E52E82}" v="8" dt="2026-03-30T02:15:19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hir hasaan" userId="4a98f61c6147f24d" providerId="LiveId" clId="{479F072F-0996-4A1F-948F-5EE324917B7B}"/>
    <pc:docChg chg="modSld">
      <pc:chgData name="tahir hasaan" userId="4a98f61c6147f24d" providerId="LiveId" clId="{479F072F-0996-4A1F-948F-5EE324917B7B}" dt="2026-03-30T02:23:29.972" v="18" actId="14100"/>
      <pc:docMkLst>
        <pc:docMk/>
      </pc:docMkLst>
      <pc:sldChg chg="modTransition">
        <pc:chgData name="tahir hasaan" userId="4a98f61c6147f24d" providerId="LiveId" clId="{479F072F-0996-4A1F-948F-5EE324917B7B}" dt="2026-03-30T02:14:57.798" v="9"/>
        <pc:sldMkLst>
          <pc:docMk/>
          <pc:sldMk cId="315454473" sldId="256"/>
        </pc:sldMkLst>
      </pc:sldChg>
      <pc:sldChg chg="modTransition">
        <pc:chgData name="tahir hasaan" userId="4a98f61c6147f24d" providerId="LiveId" clId="{479F072F-0996-4A1F-948F-5EE324917B7B}" dt="2026-03-30T02:15:00.479" v="10"/>
        <pc:sldMkLst>
          <pc:docMk/>
          <pc:sldMk cId="388388599" sldId="257"/>
        </pc:sldMkLst>
      </pc:sldChg>
      <pc:sldChg chg="modTransition">
        <pc:chgData name="tahir hasaan" userId="4a98f61c6147f24d" providerId="LiveId" clId="{479F072F-0996-4A1F-948F-5EE324917B7B}" dt="2026-03-30T02:15:03.538" v="11"/>
        <pc:sldMkLst>
          <pc:docMk/>
          <pc:sldMk cId="1460629359" sldId="258"/>
        </pc:sldMkLst>
      </pc:sldChg>
      <pc:sldChg chg="modTransition">
        <pc:chgData name="tahir hasaan" userId="4a98f61c6147f24d" providerId="LiveId" clId="{479F072F-0996-4A1F-948F-5EE324917B7B}" dt="2026-03-30T02:15:06.249" v="12"/>
        <pc:sldMkLst>
          <pc:docMk/>
          <pc:sldMk cId="2240424973" sldId="259"/>
        </pc:sldMkLst>
      </pc:sldChg>
      <pc:sldChg chg="modTransition">
        <pc:chgData name="tahir hasaan" userId="4a98f61c6147f24d" providerId="LiveId" clId="{479F072F-0996-4A1F-948F-5EE324917B7B}" dt="2026-03-30T02:15:10.833" v="13"/>
        <pc:sldMkLst>
          <pc:docMk/>
          <pc:sldMk cId="505737333" sldId="260"/>
        </pc:sldMkLst>
      </pc:sldChg>
      <pc:sldChg chg="modSp mod modTransition">
        <pc:chgData name="tahir hasaan" userId="4a98f61c6147f24d" providerId="LiveId" clId="{479F072F-0996-4A1F-948F-5EE324917B7B}" dt="2026-03-30T02:23:29.972" v="18" actId="14100"/>
        <pc:sldMkLst>
          <pc:docMk/>
          <pc:sldMk cId="4201086458" sldId="261"/>
        </pc:sldMkLst>
        <pc:spChg chg="mod">
          <ac:chgData name="tahir hasaan" userId="4a98f61c6147f24d" providerId="LiveId" clId="{479F072F-0996-4A1F-948F-5EE324917B7B}" dt="2026-03-30T02:23:29.972" v="18" actId="14100"/>
          <ac:spMkLst>
            <pc:docMk/>
            <pc:sldMk cId="4201086458" sldId="261"/>
            <ac:spMk id="8" creationId="{8EBE8C76-D9CD-5FEA-C75B-84FF7016D1FF}"/>
          </ac:spMkLst>
        </pc:spChg>
        <pc:picChg chg="mod">
          <ac:chgData name="tahir hasaan" userId="4a98f61c6147f24d" providerId="LiveId" clId="{479F072F-0996-4A1F-948F-5EE324917B7B}" dt="2026-03-30T02:23:18.915" v="17" actId="14100"/>
          <ac:picMkLst>
            <pc:docMk/>
            <pc:sldMk cId="4201086458" sldId="261"/>
            <ac:picMk id="5" creationId="{471A7EFF-5E76-DB82-7BE6-187A537CB107}"/>
          </ac:picMkLst>
        </pc:picChg>
      </pc:sldChg>
      <pc:sldChg chg="modTransition">
        <pc:chgData name="tahir hasaan" userId="4a98f61c6147f24d" providerId="LiveId" clId="{479F072F-0996-4A1F-948F-5EE324917B7B}" dt="2026-03-30T02:15:19.369" v="15"/>
        <pc:sldMkLst>
          <pc:docMk/>
          <pc:sldMk cId="3666640458" sldId="262"/>
        </pc:sldMkLst>
      </pc:sldChg>
      <pc:sldChg chg="modSp mod modTransition">
        <pc:chgData name="tahir hasaan" userId="4a98f61c6147f24d" providerId="LiveId" clId="{479F072F-0996-4A1F-948F-5EE324917B7B}" dt="2026-03-30T02:14:51.694" v="8"/>
        <pc:sldMkLst>
          <pc:docMk/>
          <pc:sldMk cId="3460101786" sldId="263"/>
        </pc:sldMkLst>
        <pc:spChg chg="mod">
          <ac:chgData name="tahir hasaan" userId="4a98f61c6147f24d" providerId="LiveId" clId="{479F072F-0996-4A1F-948F-5EE324917B7B}" dt="2026-03-30T02:14:28.890" v="7" actId="122"/>
          <ac:spMkLst>
            <pc:docMk/>
            <pc:sldMk cId="3460101786" sldId="263"/>
            <ac:spMk id="3" creationId="{DA835BF8-CAE6-6992-B667-728BF1F434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6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8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82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5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03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84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67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88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35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2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202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130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6324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169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575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95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26432-9353-4D7A-A09B-79278D4141C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E5F8820-B443-4F8D-B0BF-FDDD9684D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4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01CF-33C5-72C3-6A90-FDAC293BE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903" y="560439"/>
            <a:ext cx="8652387" cy="2792361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chemeClr val="tx1"/>
                </a:solidFill>
                <a:highlight>
                  <a:srgbClr val="C0C0C0"/>
                </a:highlight>
              </a:rPr>
              <a:t>RETAIL SALES ANALYSIS </a:t>
            </a:r>
            <a:br>
              <a:rPr lang="en-IN" sz="6600" dirty="0">
                <a:solidFill>
                  <a:schemeClr val="tx1"/>
                </a:solidFill>
                <a:highlight>
                  <a:srgbClr val="C0C0C0"/>
                </a:highlight>
              </a:rPr>
            </a:br>
            <a:r>
              <a:rPr lang="en-IN" sz="6600" dirty="0">
                <a:solidFill>
                  <a:schemeClr val="tx1"/>
                </a:solidFill>
                <a:highlight>
                  <a:srgbClr val="C0C0C0"/>
                </a:highlight>
              </a:rPr>
              <a:t>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31B21-B18E-AE2D-D507-7FB61201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78659" y="0"/>
            <a:ext cx="196645" cy="68826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5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4C10-F617-88E4-A342-B73B7065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INTRDODUCTION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A1269-B7AB-9401-0D75-A7534884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This project focuses on analyzing retail sales data using Power BI to understand business performance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8838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FFE5B-C696-FE13-99CD-F4373EB6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chemeClr val="tx1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870D6-0806-2704-F895-546B1CB2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1)Analyse sales and profit</a:t>
            </a:r>
          </a:p>
          <a:p>
            <a:r>
              <a:rPr lang="en-IN" sz="3600" dirty="0"/>
              <a:t>2)Identify top products</a:t>
            </a:r>
          </a:p>
          <a:p>
            <a:r>
              <a:rPr lang="en-IN" sz="3600" dirty="0"/>
              <a:t>3)Understand regional performance</a:t>
            </a:r>
          </a:p>
          <a:p>
            <a:r>
              <a:rPr lang="en-IN" sz="3600" dirty="0"/>
              <a:t>4)Create interactive dashboards</a:t>
            </a:r>
          </a:p>
        </p:txBody>
      </p:sp>
    </p:spTree>
    <p:extLst>
      <p:ext uri="{BB962C8B-B14F-4D97-AF65-F5344CB8AC3E}">
        <p14:creationId xmlns:p14="http://schemas.microsoft.com/office/powerpoint/2010/main" val="146062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CBEA-7D5F-D498-F186-FFD03238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609600"/>
            <a:ext cx="8878529" cy="1320800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FA821-6B29-6A6D-2C7F-B0FB73AF6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THE DATASET CONTAINS INFORMATION ABOUT</a:t>
            </a:r>
          </a:p>
          <a:p>
            <a:r>
              <a:rPr lang="en-IN" sz="2800" dirty="0"/>
              <a:t>1)SALES</a:t>
            </a:r>
          </a:p>
          <a:p>
            <a:r>
              <a:rPr lang="en-IN" sz="2800" dirty="0"/>
              <a:t>2)PROFIT</a:t>
            </a:r>
          </a:p>
          <a:p>
            <a:r>
              <a:rPr lang="en-IN" sz="2800" dirty="0"/>
              <a:t>3)REGION</a:t>
            </a:r>
          </a:p>
          <a:p>
            <a:r>
              <a:rPr lang="en-IN" sz="2800" dirty="0"/>
              <a:t>4)QUANTITY</a:t>
            </a:r>
          </a:p>
          <a:p>
            <a:r>
              <a:rPr lang="en-IN" sz="2800" dirty="0"/>
              <a:t>5)CATEGORY </a:t>
            </a:r>
          </a:p>
        </p:txBody>
      </p:sp>
    </p:spTree>
    <p:extLst>
      <p:ext uri="{BB962C8B-B14F-4D97-AF65-F5344CB8AC3E}">
        <p14:creationId xmlns:p14="http://schemas.microsoft.com/office/powerpoint/2010/main" val="224042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B92E-258A-7907-4D97-32D427D5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solidFill>
                  <a:schemeClr val="tx1"/>
                </a:solidFill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CDDC1-8912-1443-D169-723261BF8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CARDS                          </a:t>
            </a:r>
          </a:p>
          <a:p>
            <a:r>
              <a:rPr lang="en-IN" sz="3200" dirty="0"/>
              <a:t>1)TOTAL SALES             </a:t>
            </a:r>
          </a:p>
          <a:p>
            <a:r>
              <a:rPr lang="en-IN" sz="3200" dirty="0"/>
              <a:t>2)TOTAL PROFIT</a:t>
            </a:r>
          </a:p>
          <a:p>
            <a:r>
              <a:rPr lang="en-IN" sz="3200" dirty="0"/>
              <a:t>3)TOTAL QUANTITY</a:t>
            </a:r>
          </a:p>
          <a:p>
            <a:r>
              <a:rPr lang="en-IN" sz="3200" dirty="0"/>
              <a:t>4)TOTAL PROFIT</a:t>
            </a:r>
          </a:p>
        </p:txBody>
      </p:sp>
    </p:spTree>
    <p:extLst>
      <p:ext uri="{BB962C8B-B14F-4D97-AF65-F5344CB8AC3E}">
        <p14:creationId xmlns:p14="http://schemas.microsoft.com/office/powerpoint/2010/main" val="5057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A288-4BE9-B310-B66A-DE1151DD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chemeClr val="tx1"/>
                </a:solidFill>
              </a:rPr>
              <a:t>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1A7EFF-5E76-DB82-7BE6-187A537CB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07" y="1573162"/>
            <a:ext cx="7236541" cy="44577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BE8C76-D9CD-5FEA-C75B-84FF7016D1FF}"/>
              </a:ext>
            </a:extLst>
          </p:cNvPr>
          <p:cNvSpPr/>
          <p:nvPr/>
        </p:nvSpPr>
        <p:spPr>
          <a:xfrm>
            <a:off x="148577" y="1573162"/>
            <a:ext cx="2535630" cy="4457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CHARTS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1)TOTAL SALES BY CATEGORY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2)SALES BY REGION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3)SUM OF SALES BY MONTH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4)TOP 10 PRODUCTS</a:t>
            </a: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SLICERS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1)REGION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2)SEGMENT</a:t>
            </a:r>
          </a:p>
        </p:txBody>
      </p:sp>
    </p:spTree>
    <p:extLst>
      <p:ext uri="{BB962C8B-B14F-4D97-AF65-F5344CB8AC3E}">
        <p14:creationId xmlns:p14="http://schemas.microsoft.com/office/powerpoint/2010/main" val="420108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2E04-1C6B-49CD-CD84-16A43C3C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chemeClr val="tx1"/>
                </a:solidFill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4BC4E-8C3F-CFEC-97F0-D418EEB25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Technology category generates the highest sales among all categories</a:t>
            </a:r>
          </a:p>
          <a:p>
            <a:r>
              <a:rPr lang="en-US" sz="2400" dirty="0"/>
              <a:t>West region contributes the largest share of total sales</a:t>
            </a:r>
          </a:p>
          <a:p>
            <a:r>
              <a:rPr lang="en-US" sz="2400" dirty="0"/>
              <a:t>Sales show an increasing trend towards the end of the year</a:t>
            </a:r>
          </a:p>
          <a:p>
            <a:r>
              <a:rPr lang="en-US" sz="2400" dirty="0"/>
              <a:t>A few top products contribute significantly to overall revenue</a:t>
            </a:r>
          </a:p>
          <a:p>
            <a:r>
              <a:rPr lang="en-US" sz="2400" dirty="0"/>
              <a:t>Slicers (Region &amp; Segment) enable dynamic data filtering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6664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70E10-90EA-EC85-1CC4-B5EB5DDE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35BF8-CAE6-6992-B667-728BF1F43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2800" dirty="0"/>
              <a:t>The dashboard helps in analyzing sales performance and supports better business decisions</a:t>
            </a:r>
            <a:r>
              <a:rPr lang="en-US" dirty="0"/>
              <a:t>.</a:t>
            </a:r>
          </a:p>
          <a:p>
            <a:pPr algn="ctr"/>
            <a:r>
              <a:rPr lang="en-US" sz="2800" dirty="0"/>
              <a:t>It also provides clear insights into trends, top products, and regional performance.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601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682C-480B-FCA3-9037-CE9B9A09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15381"/>
            <a:ext cx="8596668" cy="398206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97558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196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RETAIL SALES ANALYSIS  DASHBOARD</vt:lpstr>
      <vt:lpstr>INTRDODUCTION</vt:lpstr>
      <vt:lpstr>OBJECTIVES</vt:lpstr>
      <vt:lpstr>DATASET</vt:lpstr>
      <vt:lpstr>Dashboard overview</vt:lpstr>
      <vt:lpstr>OVERVIEW</vt:lpstr>
      <vt:lpstr>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tahir hasaan</dc:creator>
  <cp:lastModifiedBy>tahir hasaan</cp:lastModifiedBy>
  <cp:revision>1</cp:revision>
  <dcterms:created xsi:type="dcterms:W3CDTF">2026-03-30T01:38:28Z</dcterms:created>
  <dcterms:modified xsi:type="dcterms:W3CDTF">2026-03-30T02:23:32Z</dcterms:modified>
</cp:coreProperties>
</file>